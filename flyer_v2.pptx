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29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4000" b="1">
                <a:solidFill>
                  <a:srgbClr val="FFFFFF"/>
                </a:solidFill>
              </a:rPr>
              <a:t>肥満症治療薬の保険適応をチェック</a:t>
            </a:r>
          </a:p>
          <a:p>
            <a:pPr algn="ctr"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ウゴービ® / ゼップバウンド® があなたに使えるか確認してみましょう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1440000"/>
            <a:ext cx="6984000" cy="936000"/>
          </a:xfrm>
          <a:solidFill>
            <a:srgbClr val="F0FDF4"/>
          </a:solidFill>
          <a:ln w="25400">
            <a:solidFill>
              <a:srgbClr val="BBF7D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2800" b="1">
                <a:solidFill>
                  <a:srgbClr val="166534"/>
                </a:solidFill>
              </a:rPr>
              <a:t>肥満症は「治療できる病気」です。</a:t>
            </a:r>
          </a:p>
          <a:p>
            <a:pPr algn="ctr">
              <a:spcBef>
                <a:spcPts val="200"/>
              </a:spcBef>
            </a:pPr>
            <a:r>
              <a:rPr sz="2000">
                <a:solidFill>
                  <a:srgbClr val="166534"/>
                </a:solidFill>
              </a:rPr>
              <a:t>一定の条件を満たす方には、
肥満症治療薬が保険適用で使用できます。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2484000"/>
            <a:ext cx="698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9488"/>
                </a:solidFill>
              </a:rPr>
              <a:t>保険適応の主な条件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2880000"/>
            <a:ext cx="6984000" cy="3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3024000"/>
            <a:ext cx="3312000" cy="1656000"/>
          </a:xfrm>
          <a:solidFill>
            <a:srgbClr val="F8FAFC"/>
          </a:solidFill>
          <a:ln w="12700">
            <a:solidFill>
              <a:srgbClr val="D1D5DB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6000" y="3132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096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BMI 27以上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528000"/>
            <a:ext cx="302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75569"/>
                </a:solidFill>
              </a:rPr>
              <a:t>身長と体重から計算される
BMIが27以上であること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2000" y="3024000"/>
            <a:ext cx="3312000" cy="1656000"/>
          </a:xfrm>
          <a:solidFill>
            <a:srgbClr val="F8FAFC"/>
          </a:solidFill>
          <a:ln w="12700">
            <a:solidFill>
              <a:srgbClr val="D1D5DB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60000" y="3132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3096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対象疾患の治療中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6000" y="3528000"/>
            <a:ext cx="302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75569"/>
                </a:solidFill>
              </a:rPr>
              <a:t>高血圧・脂質異常症・
2型糖尿病のいずれかで
薬物治療中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4932000"/>
            <a:ext cx="3312000" cy="1656000"/>
          </a:xfrm>
          <a:solidFill>
            <a:srgbClr val="F8FAFC"/>
          </a:solidFill>
          <a:ln w="12700">
            <a:solidFill>
              <a:srgbClr val="D1D5DB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6000" y="5040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004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BMI別の追加条件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5436000"/>
            <a:ext cx="302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75569"/>
                </a:solidFill>
              </a:rPr>
              <a:t>BMI 35以上：条件1・2を
満たせば対象
BMI 27〜35：健康障害が
2つ以上必要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2000" y="4932000"/>
            <a:ext cx="3312000" cy="1656000"/>
          </a:xfrm>
          <a:solidFill>
            <a:srgbClr val="F8FAFC"/>
          </a:solidFill>
          <a:ln w="12700">
            <a:solidFill>
              <a:srgbClr val="D1D5DB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60000" y="5040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6000" y="5004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生活習慣改善の実施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6000" y="5436000"/>
            <a:ext cx="302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75569"/>
                </a:solidFill>
              </a:rPr>
              <a:t>食事・運動療法を行っても
十分な効果が得られて
いないこと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6984000"/>
            <a:ext cx="6984000" cy="1728000"/>
          </a:xfrm>
          <a:solidFill>
            <a:srgbClr val="F0F9FF"/>
          </a:solidFill>
          <a:ln w="38100">
            <a:solidFill>
              <a:srgbClr val="0D9488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7128000"/>
            <a:ext cx="1440000" cy="14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60000" y="7092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9488"/>
                </a:solidFill>
              </a:rPr>
              <a:t>スマホで今すぐチェック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4155"/>
                </a:solidFill>
              </a:rPr>
              <a:t>QRコードを読み取るだけで
保険適応の対象か確認できます。
所要時間はわずか1分です。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</a:rPr>
              <a:t>https://obesity-checker-tau.vercel.app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8856000"/>
            <a:ext cx="6984000" cy="648000"/>
          </a:xfrm>
          <a:solidFill>
            <a:srgbClr val="FFFBEB"/>
          </a:solidFill>
          <a:ln w="12700">
            <a:solidFill>
              <a:srgbClr val="FDE68A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92400E"/>
                </a:solidFill>
              </a:rPr>
              <a:t>※ このチェックは簡易的なセルフチェックであり、医療行為ではありません。実際の診断・処方は、肥満症治療の教育認定施設にて専門医が行います。チェック結果をもとに、かかりつけ医にご相談ください。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" y="9576000"/>
            <a:ext cx="698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0B0B0"/>
                </a:solidFill>
              </a:rPr>
              <a:t>日本肥満学会・日本肥満症治療学会「肥満症治療薬の安全・適正使用に関するステートメント」（2025年4月改訂）に基づく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